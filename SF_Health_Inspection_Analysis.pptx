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69880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San Francisco Restaurant Health Inspection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C"/>
                </a:solidFill>
              </a:defRPr>
            </a:pPr>
            <a:r>
              <a:t>Data-Driven Insights for Public Health &amp; Food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8879" y="4114800"/>
            <a:ext cx="24262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CFC"/>
                </a:solidFill>
              </a:defRPr>
            </a:pPr>
            <a:r>
              <a:rPr lang="en-ZA" dirty="0"/>
              <a:t>TJP Nyagura MD June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Comprehensive analysis of 53,973 health inspection records from San Francisco restaurants and food establishments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Identify patterns in health code violations, risk categories, and compliance trends to support data-driven decision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San Francisco Open Data Portal - publicly accessible inspection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Key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rPr dirty="0"/>
              <a:t>53,973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dirty="0"/>
              <a:t>Total Inspection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4592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899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dirty="0"/>
              <a:t>Key Finding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10+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205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dirty="0"/>
              <a:t>Businesses with Major Improvements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38328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35661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t>Summer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dirty="0"/>
              <a:t>Peak Violation Season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Finding 1: High-Risk Violation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A small number of establishments account for a disproportionate share of high-risk violations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Most Common Violations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Improper food temperature control</a:t>
            </a:r>
          </a:p>
          <a:p>
            <a:r>
              <a:t>• Inadequate handwashing facilities</a:t>
            </a:r>
          </a:p>
          <a:p>
            <a:r>
              <a:t>• Cross-contamination risks</a:t>
            </a:r>
          </a:p>
          <a:p>
            <a:r>
              <a:t>• Pest control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497953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rPr dirty="0"/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817993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Concentrated violations suggest targeted intervention can have significant effect on public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Finding 2: Geographic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Geographic Hotspots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Certain ZIP codes show significantly higher violation rates than city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Commercial Density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High-density commercial areas correlate with increased inspections and violations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Geographic clustering enables efficient deployment of inspection resources and targeted support programs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Finding 3: Temporal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Seasonal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Inspection volume and violation patterns vary throughout the year, with peak activity in summer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Consistency Across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High-risk violations show predictable patterns year-over-year, enabling proactive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Correlation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Weekend and holiday periods may correlate with violation spikes, suggesting operational challenges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Finding 4: Risk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Overall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Majority of inspections result in low to moderate risk findings, indicating generally good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Critical Subset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High-risk violations represent a small but critical subset requiring immediate attention and follow-up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Repeat Offenders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Pattern of repeated violations at same establishments indicates need for focused compliance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Finding 5: Business Performance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Success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Some businesses show remarkable improvement with score increases of 10+ points, demonstrating that compliance challenges are solvable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Concerning Declines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Other establishments exhibit score declines that warrant immediate investigation and intervention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Stable Performers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Most businesses maintain consistent performance over time, suggesting stable operational practices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Recommendations: Public Health Officials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Focus resources on high-violation ZIP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Implement proactive support programs for repeat offenders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Increase inspection frequency for high-risk establishments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Use temporal patterns to optimize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Deploy resources during peak violation periods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82452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rPr dirty="0"/>
              <a:t>Develop early warning systems for declining businesses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75814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rPr dirty="0"/>
              <a:t>Study improved businesses to identify success factors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0545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rPr dirty="0"/>
              <a:t>Create case studies from high performers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rPr dirty="0"/>
              <a:t>Develop mentorship programs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Share best practices across the industry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Recommendations: Restaurant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Proactive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Regular self-audits using common violation checklists</a:t>
            </a:r>
          </a:p>
          <a:p>
            <a:r>
              <a:t>• Comprehensive staff training on food safety protocols</a:t>
            </a:r>
          </a:p>
          <a:p>
            <a:r>
              <a:t>• Investment in proper equipment and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Benchmarking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Compare performance against city averages</a:t>
            </a:r>
          </a:p>
          <a:p>
            <a:r>
              <a:t>• Learn from high-performing establishments in your area</a:t>
            </a:r>
          </a:p>
          <a:p>
            <a:r>
              <a:t>• Monitor improvement trends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Early Intervention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Address violations immediately</a:t>
            </a:r>
          </a:p>
          <a:p>
            <a:r>
              <a:t>• Seek guidance from inspectors before issues escalate</a:t>
            </a:r>
          </a:p>
          <a:p>
            <a:r>
              <a:t>• Document corrective actions and procedures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6878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rPr dirty="0"/>
              <a:t>Prioritize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313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dirty="0"/>
              <a:t>Resources to High-Risk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4592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1737918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rPr dirty="0"/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8262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dirty="0"/>
              <a:t>Against City Averages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36073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rPr dirty="0"/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dirty="0"/>
              <a:t>Intervention Programs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38328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29636" y="3348261"/>
            <a:ext cx="449096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C7293"/>
                </a:solidFill>
              </a:defRPr>
            </a:pPr>
            <a:r>
              <a:rPr sz="5500" dirty="0"/>
              <a:t>Data-Driven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dirty="0"/>
              <a:t>Policy 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53,973 inspection records from SF Open Data Portal with real-time API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Analysis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Exploratory data analysis, geographic visualization, temporal trend analysis, risk categorization, and performance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Tools &amp;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Python (Pandas, NumPy), Matplotlib, Seaborn, Plotly for interactive visualizations, Jupyter Notebook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73152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Next Steps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Immediate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Deploy targeted interventions in high-violation ZIP codes</a:t>
            </a:r>
          </a:p>
          <a:p>
            <a:r>
              <a:t>• Establish mentorship programs pairing successful and struggling businesses</a:t>
            </a:r>
          </a:p>
          <a:p>
            <a:r>
              <a:t>• Implement seasonal inspection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Medium-Term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Develop predictive models for inspection outcomes</a:t>
            </a:r>
          </a:p>
          <a:p>
            <a:r>
              <a:t>• Create real-time monitoring dashboard</a:t>
            </a:r>
          </a:p>
          <a:p>
            <a:r>
              <a:t>• Build automated alert system for declining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Long-Term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Integrate with additional datasets (reviews, demographics)</a:t>
            </a:r>
          </a:p>
          <a:p>
            <a:r>
              <a:t>• Expand analysis to other California cities</a:t>
            </a:r>
          </a:p>
          <a:p>
            <a:r>
              <a:t>• Establish best-practice standards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C"/>
                </a:solidFill>
              </a:defRPr>
            </a:pPr>
            <a:r>
              <a:t>Data-driven insights enable targeted interventions, optimize resource allocation, and improve public health outcomes across San Francisco's food service industry.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0253" y="4297680"/>
            <a:ext cx="10434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CFC"/>
                </a:solidFill>
              </a:defRPr>
            </a:pPr>
            <a:r>
              <a:rPr dirty="0"/>
              <a:t>Questions?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645</Words>
  <Application>Microsoft Office PowerPoint</Application>
  <PresentationFormat>On-screen Show (16:9)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Thabani Nyagura</cp:lastModifiedBy>
  <cp:revision>2</cp:revision>
  <dcterms:created xsi:type="dcterms:W3CDTF">2013-01-27T09:14:16Z</dcterms:created>
  <dcterms:modified xsi:type="dcterms:W3CDTF">2026-02-02T08:59:20Z</dcterms:modified>
  <cp:category/>
</cp:coreProperties>
</file>